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Loan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Agent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with Google Gemini &amp; Streamlit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 Cavanaugh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mortgage advisor that looks up rates from a governed rate sheet and calculates monthly payments using the standard amortization formula. The LLM never guesses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Lookup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today's rates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CSV rate sheet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2194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231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Calc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amortization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— exact math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21945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4231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3520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powering the conversation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Pattern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handles the conversation.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handle the data and math.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2194560"/>
            <a:ext cx="1737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1737360" cy="109728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173736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1737360" cy="109728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57400" y="2743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743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7432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576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The LLM decides what to do. The tools ensure how it's done is governed and repeatable. The LLM never sees stale rates. It never approximates a payment.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Tools Instead of Just the LLM?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371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00200" y="17373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change daily. The LLM's training data is stale. A tool reads from the institution's source of truth.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6060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00200" y="29718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amortization formula is exact. Even small rounding errors are unacceptable in a lending context.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8404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00200" y="42062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Truth-in-Lending (TILA) requires specific calculations. Policy decisions belong in code, not in a probability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Sheet Lookup  +  Amortization Calculator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1: Rate Sheet Lookup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get_rate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(loan_type, term_years, credit_tier):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"""Looks up the current interest rate from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 institution's rate sheet."""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pd.read_csv(CSV_PATH)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= df[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(df["loan_type"] == loan_type)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 (df["term_years"] == term_years)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 (df["credit_tier"] == credit_tier)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{"status": "success", "result": ...}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40690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148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a CSV — the institution's source of truth. In production, swap for a database query or API call. The tool interface stays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Rate Sheet (rate_sheet.csv)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463040"/>
                <a:gridCol w="128016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term_years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credit_tier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rate_pct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max_ltv_pct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rows covering 4 loan types  x  2 terms  x  3 credit tiers. Simple enough to teach with, realistic enough to demo.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2: Monthly Payment Calculator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=  P  ×  [ r(1+r)ⁿ ]  /  [ (1+r)ⁿ - 1 ]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    r = monthly rate     n = total payments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4688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calculate_monthly_payment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(loan_amount, annual_rate_pct, term_years):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monthly_rate = (annual_rate_pct / 100) / 12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num_payments = term_years * 12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numerator = monthly_rate * (1 + monthly_rate) ** num_payments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denominator = (1 + monthly_rate) ** num_payments - 1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monthly_payment = loan_amount * (numerator / denominator)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434340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3708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lender uses this formula. Letting the LLM approximate it would introduce variance that's unacceptable under Truth-in-Lending.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Docstrings Are the Tool Schema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genai SDK reads your Python function's docstring and type hints to auto-generate the tool schema the LLM sees.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LLM when to call this tool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43200"/>
            <a:ext cx="73152" cy="7772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16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 section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1272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the parameter schema — names, types, valid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0332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76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0873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LLM what to expect 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prompt engineering applied to function signatures.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docstrings = more reliable tool calls.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Chaining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my monthly payment be on a $275K conventional loan, 30-year, good credit?"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1325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747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Decides it needs the rate first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2011680"/>
            <a:ext cx="1325880" cy="23774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1051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get_rate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loan_type="conventional"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term_years=30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credit_tier="good"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011680"/>
            <a:ext cx="1325880" cy="23774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7355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7355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6.625%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1325880" cy="23774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3659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calculate_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monthly_payment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loan_amount=275000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rate=6.625, term=30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011680"/>
            <a:ext cx="1325880" cy="23774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9963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D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= $1,760.86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2011680"/>
            <a:ext cx="1325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2103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62672" y="2514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62672" y="3063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 response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the user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Streamlit App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 +  Streamlit  +  Automatic Function Calling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Fits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UI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state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history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06040" cy="32918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genai.Client()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client.chats.create()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chat.send_message()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 function calling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606040" cy="3291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get_rate()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calculate_monthly_payment()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rate_sheet.csv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filtering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2834640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 import genai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google.genai import types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genai.Client(api_key=...)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= client.chats.create(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model="gemini-2.5-flash",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config=types.GenerateContentConfig(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system_instruction=SYSTEM_INSTRUCTION,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tools=[get_rate, calculate_monthly_payment],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automatic_function_calling=...,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chat.send_message(user_text)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4480560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4988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raw Python functions as tools. The SDK handles schema generation, execution, and the response loop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— Demo Prompts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612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rate for a 30-year conventional loan with good credit?"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361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call (get_rate)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2140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my monthly payment be on a $275K conventional loan, 30-year, good credit?"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 (get_rate → calculate_monthly_payment)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815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15 vs 30 year payments on a $350K conventional, excellent credit."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chained calls with comparison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0416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about a 20-year FHA loan?"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4165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not in the rate sheet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the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188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Tool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1508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qualifier — takes income + monthly obligations, computes front-end / back-end ratios, returns pass/fail.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Data Source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CSV with a Snowflake query, REST API, or database call. The tool interface stays the same.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108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Session Memory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genai chat history or ADK sessions to remember user preferences across turns.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069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Replit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6304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project, add your API key as a Secret, hit Run. Share the URL with your team.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github.com/guscavanaugh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available in the loan_advisor_project folder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Loan Advisor Agent</dc:title>
  <dc:subject>PptxGenJS Presentation</dc:subject>
  <dc:creator>Gus Cavanaugh</dc:creator>
  <cp:lastModifiedBy>Gus Cavanaugh</cp:lastModifiedBy>
  <cp:revision>1</cp:revision>
  <dcterms:created xsi:type="dcterms:W3CDTF">2026-04-15T21:18:49Z</dcterms:created>
  <dcterms:modified xsi:type="dcterms:W3CDTF">2026-04-15T21:18:49Z</dcterms:modified>
</cp:coreProperties>
</file>